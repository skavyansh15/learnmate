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list?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values in one variable</a:t>
            </a:r>
          </a:p>
          <a:p>
            <a:r>
              <a:t>Square brackets, comma separated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item has an index</a:t>
            </a:r>
          </a:p>
          <a:p>
            <a:r>
              <a:t>Counting starts at 0</a:t>
            </a:r>
          </a:p>
          <a:p>
            <a:r>
              <a:t>fruits[0] is the first item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Negative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 from the end</a:t>
            </a:r>
          </a:p>
          <a:p>
            <a:r>
              <a:t>fruits[-1] is the last item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and removing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append(x): add at the end</a:t>
            </a:r>
          </a:p>
          <a:p>
            <a:r>
              <a:t>insert(i, x): add at position i</a:t>
            </a:r>
          </a:p>
          <a:p>
            <a:r>
              <a:t>remove(x): delete by value</a:t>
            </a:r>
          </a:p>
          <a:p>
            <a:r>
              <a:t>pop(): remove and return the last item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fruits[1:3]</a:t>
            </a:r>
          </a:p>
          <a:p>
            <a:r>
              <a:t>Start included, end not included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 and 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item in list:</a:t>
            </a:r>
          </a:p>
          <a:p>
            <a:r>
              <a:t>squares = [x * x for x in range(5)]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